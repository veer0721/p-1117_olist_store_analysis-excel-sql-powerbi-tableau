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9" r:id="rId3"/>
    <p:sldId id="257" r:id="rId4"/>
    <p:sldId id="259" r:id="rId5"/>
    <p:sldId id="260" r:id="rId6"/>
    <p:sldId id="2607" r:id="rId7"/>
    <p:sldId id="2609" r:id="rId8"/>
    <p:sldId id="260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416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22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668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874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245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00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461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428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508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074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476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 title="Decorative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295899" y="4288"/>
            <a:ext cx="6896100" cy="6853712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 title="Decorative"/>
          <p:cNvSpPr/>
          <p:nvPr userDrawn="1"/>
        </p:nvSpPr>
        <p:spPr>
          <a:xfrm>
            <a:off x="0" y="0"/>
            <a:ext cx="5295899" cy="6858000"/>
          </a:xfrm>
          <a:prstGeom prst="rect">
            <a:avLst/>
          </a:prstGeom>
          <a:solidFill>
            <a:schemeClr val="accent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690" y="2040520"/>
            <a:ext cx="4120444" cy="1818655"/>
          </a:xfrm>
        </p:spPr>
        <p:txBody>
          <a:bodyPr anchor="b">
            <a:noAutofit/>
          </a:bodyPr>
          <a:lstStyle>
            <a:lvl1pPr algn="l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8690" y="4031658"/>
            <a:ext cx="4120443" cy="338549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1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893092" y="2764774"/>
            <a:ext cx="0" cy="2188806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l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813850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5399" y="3107447"/>
            <a:ext cx="7252505" cy="891250"/>
          </a:xfrm>
        </p:spPr>
        <p:txBody>
          <a:bodyPr anchor="t">
            <a:noAutofit/>
          </a:bodyPr>
          <a:lstStyle>
            <a:lvl1pPr algn="ctr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65400" y="4195470"/>
            <a:ext cx="7252504" cy="338549"/>
          </a:xfrm>
        </p:spPr>
        <p:txBody>
          <a:bodyPr>
            <a:normAutofit/>
          </a:bodyPr>
          <a:lstStyle>
            <a:lvl1pPr marL="0" indent="0" algn="ctr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 title="Decorative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6096000" y="2924870"/>
            <a:ext cx="0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7" name="Rectangle 6" title="Decorative"/>
          <p:cNvSpPr/>
          <p:nvPr userDrawn="1"/>
        </p:nvSpPr>
        <p:spPr>
          <a:xfrm>
            <a:off x="1238104" y="860778"/>
            <a:ext cx="9715792" cy="5136445"/>
          </a:xfrm>
          <a:prstGeom prst="rect">
            <a:avLst/>
          </a:prstGeom>
          <a:noFill/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618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FC506-4394-4861-BF02-F84E16A00A84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1455532-3DF6-4AF0-83F2-DD9546A445DF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5609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B3949-4027-32B2-7FFD-A0FE12230F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75424"/>
            <a:ext cx="9144000" cy="953576"/>
          </a:xfrm>
        </p:spPr>
        <p:txBody>
          <a:bodyPr/>
          <a:lstStyle/>
          <a:p>
            <a:r>
              <a:rPr lang="en-US" dirty="0"/>
              <a:t>DEMO DASHBOARDS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755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diagram">
            <a:extLst>
              <a:ext uri="{FF2B5EF4-FFF2-40B4-BE49-F238E27FC236}">
                <a16:creationId xmlns:a16="http://schemas.microsoft.com/office/drawing/2014/main" id="{109B26EE-4D76-885E-90DE-5F6B68CD1F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310" y="1271207"/>
            <a:ext cx="7162798" cy="4315586"/>
          </a:xfrm>
          <a:prstGeom prst="rect">
            <a:avLst/>
          </a:prstGeom>
          <a:noFill/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D42827-36D1-7A58-4DAC-190ADA13CD27}"/>
              </a:ext>
            </a:extLst>
          </p:cNvPr>
          <p:cNvSpPr txBox="1"/>
          <p:nvPr/>
        </p:nvSpPr>
        <p:spPr>
          <a:xfrm>
            <a:off x="660667" y="1917014"/>
            <a:ext cx="4120444" cy="1818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i="0" kern="1200" spc="-15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+mj-lt"/>
                <a:ea typeface="+mj-ea"/>
                <a:cs typeface="Gill Sans" panose="020B0502020104020203" pitchFamily="34" charset="-79"/>
              </a:rPr>
              <a:t>Datasets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E79A1-D2B1-7855-63C6-C8C358A5B10A}"/>
              </a:ext>
            </a:extLst>
          </p:cNvPr>
          <p:cNvSpPr txBox="1"/>
          <p:nvPr/>
        </p:nvSpPr>
        <p:spPr>
          <a:xfrm>
            <a:off x="721053" y="4017527"/>
            <a:ext cx="4308148" cy="8595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b="0" i="0" kern="1200" spc="300" dirty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In total there are 8 datasets given which are Interlinked to each other as shown </a:t>
            </a:r>
          </a:p>
        </p:txBody>
      </p:sp>
    </p:spTree>
    <p:extLst>
      <p:ext uri="{BB962C8B-B14F-4D97-AF65-F5344CB8AC3E}">
        <p14:creationId xmlns:p14="http://schemas.microsoft.com/office/powerpoint/2010/main" val="395715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D12C20B7-8A46-87EA-5008-BCD9038C1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1488"/>
            <a:ext cx="12192000" cy="591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4651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6AD7C-C468-D212-A25F-50DC93C24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D324D07E-743C-E49A-9173-6C8B20635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9263"/>
            <a:ext cx="12192000" cy="595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8BBFC5-FF47-EF00-5590-E5DB9CD3DB95}"/>
              </a:ext>
            </a:extLst>
          </p:cNvPr>
          <p:cNvSpPr txBox="1"/>
          <p:nvPr/>
        </p:nvSpPr>
        <p:spPr>
          <a:xfrm>
            <a:off x="0" y="7993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 BI 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581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38337-9AD4-9A5F-4CF2-505FF10A4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DCE3A7BF-BFBE-2570-727A-4E1508CFB9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8638"/>
            <a:ext cx="12192000" cy="580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48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11BAC48-F4C4-46FB-96DC-423C381AC28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3825"/>
            <a:ext cx="3371850" cy="354013"/>
          </a:xfrm>
        </p:spPr>
        <p:txBody>
          <a:bodyPr>
            <a:normAutofit fontScale="90000"/>
          </a:bodyPr>
          <a:lstStyle/>
          <a:p>
            <a:r>
              <a:rPr lang="en-US" dirty="0"/>
              <a:t>SQL  QUERIES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299B21-4EC6-EBAC-8A40-C9BA27CBF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31" y="623917"/>
            <a:ext cx="10221322" cy="19364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A8CB61-C4B8-7F57-208B-520A5CEA6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731" y="2707005"/>
            <a:ext cx="10221322" cy="20932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5C9A16-8052-A370-B206-4482A6C43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5731" y="4946948"/>
            <a:ext cx="10221322" cy="17874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BEA1C8-8121-39A4-2082-2C2535895060}"/>
              </a:ext>
            </a:extLst>
          </p:cNvPr>
          <p:cNvSpPr txBox="1"/>
          <p:nvPr/>
        </p:nvSpPr>
        <p:spPr>
          <a:xfrm>
            <a:off x="134947" y="1047151"/>
            <a:ext cx="15804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1)</a:t>
            </a:r>
            <a:endParaRPr lang="en-IN" sz="6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D11685-0CB8-EC91-AA5F-F044E20AC6F1}"/>
              </a:ext>
            </a:extLst>
          </p:cNvPr>
          <p:cNvSpPr txBox="1"/>
          <p:nvPr/>
        </p:nvSpPr>
        <p:spPr>
          <a:xfrm>
            <a:off x="142085" y="3123751"/>
            <a:ext cx="143387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2)</a:t>
            </a:r>
            <a:endParaRPr lang="en-IN" sz="6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BEADBD-D6B3-A7BC-F5B0-AFD63AD98D65}"/>
              </a:ext>
            </a:extLst>
          </p:cNvPr>
          <p:cNvSpPr txBox="1"/>
          <p:nvPr/>
        </p:nvSpPr>
        <p:spPr>
          <a:xfrm>
            <a:off x="149224" y="5200352"/>
            <a:ext cx="141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3)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3020956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D2EE5A4-1743-534F-20E2-FB76173DF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3578942"/>
            <a:ext cx="9765792" cy="30321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8263E7D-2D11-D83C-805E-F5FC3A844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312370"/>
            <a:ext cx="9765792" cy="2907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7A25748-BAD1-5CBF-FEEE-76C1E7AF1F45}"/>
              </a:ext>
            </a:extLst>
          </p:cNvPr>
          <p:cNvSpPr txBox="1"/>
          <p:nvPr/>
        </p:nvSpPr>
        <p:spPr>
          <a:xfrm>
            <a:off x="286871" y="1258491"/>
            <a:ext cx="14881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4)</a:t>
            </a:r>
            <a:endParaRPr lang="en-IN" sz="6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319D9E-0731-B576-5E38-07FE9EE9B48A}"/>
              </a:ext>
            </a:extLst>
          </p:cNvPr>
          <p:cNvSpPr txBox="1"/>
          <p:nvPr/>
        </p:nvSpPr>
        <p:spPr>
          <a:xfrm>
            <a:off x="350879" y="4583846"/>
            <a:ext cx="16315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5)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64429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3232E5-2761-0409-9556-8CEB1F386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THANK YOU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95146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18</TotalTime>
  <Words>36</Words>
  <Application>Microsoft Office PowerPoint</Application>
  <PresentationFormat>Widescreen</PresentationFormat>
  <Paragraphs>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Gill Sans MT</vt:lpstr>
      <vt:lpstr>Gallery</vt:lpstr>
      <vt:lpstr>DEMO DASHBOARDS</vt:lpstr>
      <vt:lpstr>PowerPoint Presentation</vt:lpstr>
      <vt:lpstr>PowerPoint Presentation</vt:lpstr>
      <vt:lpstr>PowerPoint Presentation</vt:lpstr>
      <vt:lpstr>PowerPoint Presentation</vt:lpstr>
      <vt:lpstr>SQL  QUERIES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Kubal</dc:creator>
  <cp:lastModifiedBy>Rohit Kubal</cp:lastModifiedBy>
  <cp:revision>1</cp:revision>
  <dcterms:created xsi:type="dcterms:W3CDTF">2024-12-12T05:27:42Z</dcterms:created>
  <dcterms:modified xsi:type="dcterms:W3CDTF">2024-12-12T05:46:28Z</dcterms:modified>
</cp:coreProperties>
</file>