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8" r:id="rId3"/>
    <p:sldId id="259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E-Commerce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Olist Store Analysis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Total 9 files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CSV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Zip Folder Size: 45 MB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485438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69259" y="1305341"/>
            <a:ext cx="11232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F6C80-2B43-AC3E-3571-A2668906537A}"/>
              </a:ext>
            </a:extLst>
          </p:cNvPr>
          <p:cNvSpPr txBox="1"/>
          <p:nvPr/>
        </p:nvSpPr>
        <p:spPr>
          <a:xfrm>
            <a:off x="681318" y="1074508"/>
            <a:ext cx="1021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FontTx/>
              <a:buAutoNum type="arabicParenR"/>
            </a:pPr>
            <a:r>
              <a:rPr lang="en-IN" dirty="0">
                <a:latin typeface="+mj-lt"/>
              </a:rPr>
              <a:t>Weekday Vs Weekend (order_purchase_timestamp) Payment Statistics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Number of Orders with review score 5 and payment type as credit card.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number of days taken for order_delivered_customer_date for pet_shop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price and payment values from customers of sao paulo city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Relationship between shipping days (order_delivered_customer_date - order_purchase_timestamp) Vs review scores.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249157"/>
              </p:ext>
            </p:extLst>
          </p:nvPr>
        </p:nvGraphicFramePr>
        <p:xfrm>
          <a:off x="1108953" y="1619586"/>
          <a:ext cx="9202366" cy="3156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065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6879301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418703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48158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56410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56410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KPI’s using Power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 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56410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KPI’s using Tableau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56410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Presentation of the Project and 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567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148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ExcelR Mumbai</cp:lastModifiedBy>
  <cp:revision>79</cp:revision>
  <dcterms:created xsi:type="dcterms:W3CDTF">2022-01-08T11:53:28Z</dcterms:created>
  <dcterms:modified xsi:type="dcterms:W3CDTF">2025-09-22T04:52:45Z</dcterms:modified>
</cp:coreProperties>
</file>